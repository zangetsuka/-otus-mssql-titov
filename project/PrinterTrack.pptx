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B8D7-3156-487B-B9B6-D9A292C1A64D}" type="datetimeFigureOut">
              <a:rPr lang="ru-RU" smtClean="0"/>
              <a:t>09.12.2024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C6B06-49E9-4F13-8D9F-03DBB65DFD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450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B8D7-3156-487B-B9B6-D9A292C1A64D}" type="datetimeFigureOut">
              <a:rPr lang="ru-RU" smtClean="0"/>
              <a:t>09.12.2024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C6B06-49E9-4F13-8D9F-03DBB65DFD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010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B8D7-3156-487B-B9B6-D9A292C1A64D}" type="datetimeFigureOut">
              <a:rPr lang="ru-RU" smtClean="0"/>
              <a:t>09.12.2024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C6B06-49E9-4F13-8D9F-03DBB65DFD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4736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B8D7-3156-487B-B9B6-D9A292C1A64D}" type="datetimeFigureOut">
              <a:rPr lang="ru-RU" smtClean="0"/>
              <a:t>09.12.2024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C6B06-49E9-4F13-8D9F-03DBB65DFD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56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B8D7-3156-487B-B9B6-D9A292C1A64D}" type="datetimeFigureOut">
              <a:rPr lang="ru-RU" smtClean="0"/>
              <a:t>09.12.2024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C6B06-49E9-4F13-8D9F-03DBB65DFD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11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B8D7-3156-487B-B9B6-D9A292C1A64D}" type="datetimeFigureOut">
              <a:rPr lang="ru-RU" smtClean="0"/>
              <a:t>09.12.2024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C6B06-49E9-4F13-8D9F-03DBB65DFD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0721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B8D7-3156-487B-B9B6-D9A292C1A64D}" type="datetimeFigureOut">
              <a:rPr lang="ru-RU" smtClean="0"/>
              <a:t>09.12.2024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C6B06-49E9-4F13-8D9F-03DBB65DFD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205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B8D7-3156-487B-B9B6-D9A292C1A64D}" type="datetimeFigureOut">
              <a:rPr lang="ru-RU" smtClean="0"/>
              <a:t>09.12.2024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C6B06-49E9-4F13-8D9F-03DBB65DFD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254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B8D7-3156-487B-B9B6-D9A292C1A64D}" type="datetimeFigureOut">
              <a:rPr lang="ru-RU" smtClean="0"/>
              <a:t>09.12.2024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C6B06-49E9-4F13-8D9F-03DBB65DFD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546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B8D7-3156-487B-B9B6-D9A292C1A64D}" type="datetimeFigureOut">
              <a:rPr lang="ru-RU" smtClean="0"/>
              <a:t>09.12.2024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C6B06-49E9-4F13-8D9F-03DBB65DFD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8918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B8D7-3156-487B-B9B6-D9A292C1A64D}" type="datetimeFigureOut">
              <a:rPr lang="ru-RU" smtClean="0"/>
              <a:t>09.12.2024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C6B06-49E9-4F13-8D9F-03DBB65DFD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299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B8D7-3156-487B-B9B6-D9A292C1A64D}" type="datetimeFigureOut">
              <a:rPr lang="ru-RU" smtClean="0"/>
              <a:t>09.12.2024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C6B06-49E9-4F13-8D9F-03DBB65DFDF9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0234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B8D7-3156-487B-B9B6-D9A292C1A64D}" type="datetimeFigureOut">
              <a:rPr lang="ru-RU" smtClean="0"/>
              <a:t>09.12.2024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C6B06-49E9-4F13-8D9F-03DBB65DFD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296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B8D7-3156-487B-B9B6-D9A292C1A64D}" type="datetimeFigureOut">
              <a:rPr lang="ru-RU" smtClean="0"/>
              <a:t>09.12.2024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C6B06-49E9-4F13-8D9F-03DBB65DFD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407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B8D7-3156-487B-B9B6-D9A292C1A64D}" type="datetimeFigureOut">
              <a:rPr lang="ru-RU" smtClean="0"/>
              <a:t>09.12.2024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C6B06-49E9-4F13-8D9F-03DBB65DFD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051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B8D7-3156-487B-B9B6-D9A292C1A64D}" type="datetimeFigureOut">
              <a:rPr lang="ru-RU" smtClean="0"/>
              <a:t>09.12.2024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C6B06-49E9-4F13-8D9F-03DBB65DFD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4548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B8D7-3156-487B-B9B6-D9A292C1A64D}" type="datetimeFigureOut">
              <a:rPr lang="ru-RU" smtClean="0"/>
              <a:t>09.12.2024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C6B06-49E9-4F13-8D9F-03DBB65DFD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290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A57B8D7-3156-487B-B9B6-D9A292C1A64D}" type="datetimeFigureOut">
              <a:rPr lang="ru-RU" smtClean="0"/>
              <a:t>09.12.2024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7BC6B06-49E9-4F13-8D9F-03DBB65DFD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0903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4E77D-B822-0B3A-8CBF-34347BF440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Управление оргтехникой и расходными материалами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3A68D7-22A4-D48D-08B8-7060980FBD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Система </a:t>
            </a:r>
            <a:r>
              <a:rPr lang="en-US" dirty="0" err="1"/>
              <a:t>PrinterTrack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dirty="0"/>
              <a:t>Автор</a:t>
            </a:r>
            <a:r>
              <a:rPr lang="en-US" dirty="0"/>
              <a:t>: </a:t>
            </a:r>
            <a:r>
              <a:rPr lang="ru-RU" dirty="0"/>
              <a:t>Титов Данила Георгиевич</a:t>
            </a:r>
          </a:p>
        </p:txBody>
      </p:sp>
    </p:spTree>
    <p:extLst>
      <p:ext uri="{BB962C8B-B14F-4D97-AF65-F5344CB8AC3E}">
        <p14:creationId xmlns:p14="http://schemas.microsoft.com/office/powerpoint/2010/main" val="3866580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1556F6-57F5-4C2B-98C7-638789C7F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D90F41-45F2-7E41-20A4-3C81E6CF3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Автоматизация учета принтеров и расходников.</a:t>
            </a:r>
          </a:p>
          <a:p>
            <a:r>
              <a:rPr lang="ru-RU" dirty="0"/>
              <a:t>Упрощение управления инвентарем.</a:t>
            </a:r>
          </a:p>
          <a:p>
            <a:r>
              <a:rPr lang="ru-RU" dirty="0"/>
              <a:t>Устранение избыточных затрат на материалы.</a:t>
            </a:r>
          </a:p>
        </p:txBody>
      </p:sp>
    </p:spTree>
    <p:extLst>
      <p:ext uri="{BB962C8B-B14F-4D97-AF65-F5344CB8AC3E}">
        <p14:creationId xmlns:p14="http://schemas.microsoft.com/office/powerpoint/2010/main" val="3119137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F54A60-2D74-605A-512F-3BF60430D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базы данных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11FB51-68BD-337A-162B-45B487FC5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Привязка данных</a:t>
            </a:r>
            <a:r>
              <a:rPr lang="ru-R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Принтеры к отделам.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Расходные материалы к конкретным принтерам.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Типичные запросы</a:t>
            </a:r>
            <a:r>
              <a:rPr lang="ru-R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Получение информации о расходниках для принтера.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Проверка доступности картриджа для конкретной модели.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Поиск сотрудников, связанных с определённым отделом.</a:t>
            </a:r>
          </a:p>
        </p:txBody>
      </p:sp>
    </p:spTree>
    <p:extLst>
      <p:ext uri="{BB962C8B-B14F-4D97-AF65-F5344CB8AC3E}">
        <p14:creationId xmlns:p14="http://schemas.microsoft.com/office/powerpoint/2010/main" val="3996898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60F9A-651D-F21D-4D13-93293C49F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Диаграмма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40F6B93-B770-4028-959A-45ADBD5701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111" y="0"/>
            <a:ext cx="8498889" cy="6858000"/>
          </a:xfrm>
        </p:spPr>
      </p:pic>
    </p:spTree>
    <p:extLst>
      <p:ext uri="{BB962C8B-B14F-4D97-AF65-F5344CB8AC3E}">
        <p14:creationId xmlns:p14="http://schemas.microsoft.com/office/powerpoint/2010/main" val="3312961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1AA6F-1E9E-02F4-3DFB-3200DD74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использования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A13144-228C-20D0-5395-C501125C8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Запросы и функции:</a:t>
            </a:r>
          </a:p>
          <a:p>
            <a:pPr marL="514350" indent="-514350"/>
            <a:r>
              <a:rPr lang="ru-RU" dirty="0" err="1"/>
              <a:t>GetTotalConsumables</a:t>
            </a:r>
            <a:r>
              <a:rPr lang="ru-RU" dirty="0"/>
              <a:t>: подсчёт расходных материалов для принтера в отделе.</a:t>
            </a:r>
          </a:p>
          <a:p>
            <a:pPr marL="514350" indent="-514350"/>
            <a:r>
              <a:rPr lang="ru-RU" dirty="0" err="1"/>
              <a:t>CheckConsumableExists</a:t>
            </a:r>
            <a:r>
              <a:rPr lang="ru-RU" dirty="0"/>
              <a:t>: проверка наличия расходника.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Процедуры:</a:t>
            </a:r>
          </a:p>
          <a:p>
            <a:r>
              <a:rPr lang="ru-RU" dirty="0"/>
              <a:t>Добавление сотрудников.</a:t>
            </a:r>
          </a:p>
          <a:p>
            <a:r>
              <a:rPr lang="ru-RU" dirty="0"/>
              <a:t>Импорт данных о принтерах и расходниках.</a:t>
            </a:r>
          </a:p>
        </p:txBody>
      </p:sp>
    </p:spTree>
    <p:extLst>
      <p:ext uri="{BB962C8B-B14F-4D97-AF65-F5344CB8AC3E}">
        <p14:creationId xmlns:p14="http://schemas.microsoft.com/office/powerpoint/2010/main" val="2695613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7AD88B-963B-F0F8-F9A3-0365DA832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Будущие доработки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213AB8-4691-A4BE-2AC6-A4B089ACA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Интеграция с Telegram-ботом для уведомлений</a:t>
            </a:r>
          </a:p>
          <a:p>
            <a:r>
              <a:rPr lang="ru-RU" dirty="0"/>
              <a:t>Отчёты об использовании материалов и ТО.</a:t>
            </a:r>
          </a:p>
          <a:p>
            <a:r>
              <a:rPr lang="ru-RU" dirty="0"/>
              <a:t>Оптимизация запросов для работы с большими объёмами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8022867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29</TotalTime>
  <Words>132</Words>
  <Application>Microsoft Office PowerPoint</Application>
  <PresentationFormat>Широкоэкранный</PresentationFormat>
  <Paragraphs>26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Calisto MT</vt:lpstr>
      <vt:lpstr>Wingdings 2</vt:lpstr>
      <vt:lpstr>Сланец</vt:lpstr>
      <vt:lpstr>Управление оргтехникой и расходными материалами</vt:lpstr>
      <vt:lpstr>Цели проекта</vt:lpstr>
      <vt:lpstr>Структура базы данных </vt:lpstr>
      <vt:lpstr>Диаграмма</vt:lpstr>
      <vt:lpstr>Примеры использования</vt:lpstr>
      <vt:lpstr>Будущие доработки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Данил titov</dc:creator>
  <cp:lastModifiedBy>Данил titov</cp:lastModifiedBy>
  <cp:revision>2</cp:revision>
  <dcterms:created xsi:type="dcterms:W3CDTF">2024-12-09T15:37:26Z</dcterms:created>
  <dcterms:modified xsi:type="dcterms:W3CDTF">2024-12-09T16:11:27Z</dcterms:modified>
</cp:coreProperties>
</file>